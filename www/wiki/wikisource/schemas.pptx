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9C3"/>
    <a:srgbClr val="93C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45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29F-05F1-4502-A395-791E6C568DE9}" type="datetimeFigureOut">
              <a:rPr lang="fr-FR" smtClean="0"/>
              <a:pPr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4F49F-C386-414A-AEC3-6EE6F86E4E9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976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29F-05F1-4502-A395-791E6C568DE9}" type="datetimeFigureOut">
              <a:rPr lang="fr-FR" smtClean="0"/>
              <a:pPr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4F49F-C386-414A-AEC3-6EE6F86E4E9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559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29F-05F1-4502-A395-791E6C568DE9}" type="datetimeFigureOut">
              <a:rPr lang="fr-FR" smtClean="0"/>
              <a:pPr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4F49F-C386-414A-AEC3-6EE6F86E4E9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9998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29F-05F1-4502-A395-791E6C568DE9}" type="datetimeFigureOut">
              <a:rPr lang="fr-FR" smtClean="0"/>
              <a:pPr/>
              <a:t>17/06/2026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4F49F-C386-414A-AEC3-6EE6F86E4E9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530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29F-05F1-4502-A395-791E6C568DE9}" type="datetimeFigureOut">
              <a:rPr lang="fr-FR" smtClean="0"/>
              <a:pPr/>
              <a:t>17/06/2026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4F49F-C386-414A-AEC3-6EE6F86E4E9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994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29F-05F1-4502-A395-791E6C568DE9}" type="datetimeFigureOut">
              <a:rPr lang="fr-FR" smtClean="0"/>
              <a:pPr/>
              <a:t>17/06/2026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4F49F-C386-414A-AEC3-6EE6F86E4E9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154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29F-05F1-4502-A395-791E6C568DE9}" type="datetimeFigureOut">
              <a:rPr lang="fr-FR" smtClean="0"/>
              <a:pPr/>
              <a:t>17/06/2026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4F49F-C386-414A-AEC3-6EE6F86E4E9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2591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29F-05F1-4502-A395-791E6C568DE9}" type="datetimeFigureOut">
              <a:rPr lang="fr-FR" smtClean="0"/>
              <a:pPr/>
              <a:t>17/06/2026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4F49F-C386-414A-AEC3-6EE6F86E4E9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2270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29F-05F1-4502-A395-791E6C568DE9}" type="datetimeFigureOut">
              <a:rPr lang="fr-FR" smtClean="0"/>
              <a:pPr/>
              <a:t>17/06/2026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4F49F-C386-414A-AEC3-6EE6F86E4E9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9027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29F-05F1-4502-A395-791E6C568DE9}" type="datetimeFigureOut">
              <a:rPr lang="fr-FR" smtClean="0"/>
              <a:pPr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4F49F-C386-414A-AEC3-6EE6F86E4E9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97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629F-05F1-4502-A395-791E6C568DE9}" type="datetimeFigureOut">
              <a:rPr lang="fr-FR" smtClean="0"/>
              <a:pPr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4F49F-C386-414A-AEC3-6EE6F86E4E9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430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5629F-05F1-4502-A395-791E6C568DE9}" type="datetimeFigureOut">
              <a:rPr lang="fr-FR" smtClean="0"/>
              <a:pPr/>
              <a:t>17/06/2026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4F49F-C386-414A-AEC3-6EE6F86E4E9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938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C290DE0-C67C-42B8-F614-DFED0263DC5A}"/>
              </a:ext>
            </a:extLst>
          </p:cNvPr>
          <p:cNvSpPr txBox="1"/>
          <p:nvPr/>
        </p:nvSpPr>
        <p:spPr>
          <a:xfrm>
            <a:off x="3165230" y="504843"/>
            <a:ext cx="2739853" cy="52014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600" dirty="0">
                <a:latin typeface="Courier New" panose="02070309020205020404" pitchFamily="49" charset="0"/>
                <a:cs typeface="Courier New" panose="02070309020205020404" pitchFamily="49" charset="0"/>
              </a:rPr>
              <a:t>PA</a:t>
            </a:r>
          </a:p>
          <a:p>
            <a:r>
              <a:rPr lang="fr-FR" sz="16600" dirty="0"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endParaRPr lang="fr-FR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0569EF1A-E515-36C1-5E27-6E365281C613}"/>
              </a:ext>
            </a:extLst>
          </p:cNvPr>
          <p:cNvCxnSpPr>
            <a:cxnSpLocks/>
          </p:cNvCxnSpPr>
          <p:nvPr/>
        </p:nvCxnSpPr>
        <p:spPr>
          <a:xfrm>
            <a:off x="3496827" y="1004835"/>
            <a:ext cx="10639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3377619-A21B-D417-6657-257EE1FB4810}"/>
              </a:ext>
            </a:extLst>
          </p:cNvPr>
          <p:cNvCxnSpPr>
            <a:cxnSpLocks/>
          </p:cNvCxnSpPr>
          <p:nvPr/>
        </p:nvCxnSpPr>
        <p:spPr>
          <a:xfrm flipV="1">
            <a:off x="4509532" y="1097696"/>
            <a:ext cx="51247" cy="269053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8E1F57B-05F7-A481-7A86-FA5FD628CD24}"/>
              </a:ext>
            </a:extLst>
          </p:cNvPr>
          <p:cNvCxnSpPr>
            <a:cxnSpLocks/>
          </p:cNvCxnSpPr>
          <p:nvPr/>
        </p:nvCxnSpPr>
        <p:spPr>
          <a:xfrm flipV="1">
            <a:off x="3446587" y="1064491"/>
            <a:ext cx="0" cy="262264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2C6FCCC6-2012-FFFE-E2C2-200E0681423C}"/>
              </a:ext>
            </a:extLst>
          </p:cNvPr>
          <p:cNvSpPr txBox="1"/>
          <p:nvPr/>
        </p:nvSpPr>
        <p:spPr>
          <a:xfrm>
            <a:off x="3579730" y="666290"/>
            <a:ext cx="1102134" cy="338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/>
              <a:t>advance</a:t>
            </a:r>
            <a:endParaRPr lang="fr-FR" sz="1600" dirty="0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FFD3D79C-CD9D-58AB-FC02-64180059B7AD}"/>
              </a:ext>
            </a:extLst>
          </p:cNvPr>
          <p:cNvCxnSpPr>
            <a:cxnSpLocks/>
          </p:cNvCxnSpPr>
          <p:nvPr/>
        </p:nvCxnSpPr>
        <p:spPr>
          <a:xfrm flipV="1">
            <a:off x="3336051" y="1205168"/>
            <a:ext cx="0" cy="72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8EFB8DB4-31E7-0BE8-C434-2C896D1ADC45}"/>
              </a:ext>
            </a:extLst>
          </p:cNvPr>
          <p:cNvSpPr txBox="1"/>
          <p:nvPr/>
        </p:nvSpPr>
        <p:spPr>
          <a:xfrm>
            <a:off x="2645452" y="1423069"/>
            <a:ext cx="7261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/>
              <a:t>ascent</a:t>
            </a:r>
            <a:endParaRPr lang="fr-FR" sz="1600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04B01E99-3A29-5E6F-E08B-B1D1167CE273}"/>
              </a:ext>
            </a:extLst>
          </p:cNvPr>
          <p:cNvCxnSpPr>
            <a:cxnSpLocks/>
          </p:cNvCxnSpPr>
          <p:nvPr/>
        </p:nvCxnSpPr>
        <p:spPr>
          <a:xfrm flipV="1">
            <a:off x="3336051" y="1939333"/>
            <a:ext cx="0" cy="46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4B4657E3-39B6-AC60-3D63-399B361C8609}"/>
              </a:ext>
            </a:extLst>
          </p:cNvPr>
          <p:cNvSpPr txBox="1"/>
          <p:nvPr/>
        </p:nvSpPr>
        <p:spPr>
          <a:xfrm>
            <a:off x="2546921" y="2173534"/>
            <a:ext cx="838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/>
              <a:t>descent</a:t>
            </a:r>
            <a:endParaRPr lang="fr-FR" sz="1600" dirty="0"/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D0449C91-D464-7215-F6A6-62B996FEB528}"/>
              </a:ext>
            </a:extLst>
          </p:cNvPr>
          <p:cNvCxnSpPr>
            <a:cxnSpLocks/>
          </p:cNvCxnSpPr>
          <p:nvPr/>
        </p:nvCxnSpPr>
        <p:spPr>
          <a:xfrm flipV="1">
            <a:off x="3336051" y="2401557"/>
            <a:ext cx="0" cy="1386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525E6275-9648-FEBE-C441-7E002592929B}"/>
              </a:ext>
            </a:extLst>
          </p:cNvPr>
          <p:cNvSpPr txBox="1"/>
          <p:nvPr/>
        </p:nvSpPr>
        <p:spPr>
          <a:xfrm>
            <a:off x="2600394" y="2902762"/>
            <a:ext cx="7889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/>
              <a:t>leading</a:t>
            </a:r>
            <a:endParaRPr lang="fr-FR" sz="1600" dirty="0"/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8587C476-D2EA-D2EB-F329-13B8BDBA080A}"/>
              </a:ext>
            </a:extLst>
          </p:cNvPr>
          <p:cNvCxnSpPr>
            <a:cxnSpLocks/>
          </p:cNvCxnSpPr>
          <p:nvPr/>
        </p:nvCxnSpPr>
        <p:spPr>
          <a:xfrm flipV="1">
            <a:off x="5926853" y="1216456"/>
            <a:ext cx="0" cy="2611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40AF0691-89D3-CB92-E5DE-A4DEEEF371DC}"/>
              </a:ext>
            </a:extLst>
          </p:cNvPr>
          <p:cNvSpPr txBox="1"/>
          <p:nvPr/>
        </p:nvSpPr>
        <p:spPr>
          <a:xfrm>
            <a:off x="5905083" y="2183582"/>
            <a:ext cx="7117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/>
              <a:t>height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8563243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7</Words>
  <Application>Microsoft Office PowerPoint</Application>
  <PresentationFormat>Affichage à l'écran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 New</vt:lpstr>
      <vt:lpstr>Thème Office</vt:lpstr>
      <vt:lpstr>Présentation PowerPoint</vt:lpstr>
    </vt:vector>
  </TitlesOfParts>
  <Company>DASSAULT AVIATION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Girod Herve</dc:creator>
  <cp:lastModifiedBy>Girod Herve</cp:lastModifiedBy>
  <cp:revision>118</cp:revision>
  <dcterms:created xsi:type="dcterms:W3CDTF">2016-09-02T08:56:55Z</dcterms:created>
  <dcterms:modified xsi:type="dcterms:W3CDTF">2026-06-17T14:19:32Z</dcterms:modified>
</cp:coreProperties>
</file>